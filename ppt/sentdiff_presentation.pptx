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국어 문법 / 언어 정보 처리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문장 난이도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측정 시스템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형태소 분석 기반 어휘·구조·부정 3축 모델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0" y="1188720"/>
            <a:ext cx="1737360" cy="25603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13232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어려움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만들었나?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방식의 한계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수·음절 수 기반 공식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(예: Flesch-Kincaid 한국어판)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어휘 난이도를 무시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국어 교육 현장의 필요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교재 지문, 시험 문항의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난이도를 객관적으로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수치화하고 싶다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시스템의 목표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어휘 + 문법 구조 + 부정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축을 동시에 고려한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0~10점 자동 채점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 한눈에 보기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min(1.0,   0.5 × lexical   +   0.5 × structure   +   0.3 × negation)   × 10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6060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어휘 난이도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내용어를 4만 단어 사전에서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조회해 0~1 난도 부여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mean_all · mean_top3 · max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 평균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874520"/>
            <a:ext cx="26060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901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1762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문법 구조 복잡도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형태소 품사 태그 기반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지표 가중합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서술어·내포절·논리어미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 구간 스팬 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874520"/>
            <a:ext cx="26060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01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1762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처리 부담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24688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이중·삼중 부정만 카운팅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부정은 0점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하위 점수 중 최댓값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(보너스 +0.3)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어휘 점수 (Lexical)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lexical  =  w₁ × mean_all  +  w₂ × mean_top3  +  w₃ × max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50292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내용어 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mean_all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mean_top3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 (짧은 문장)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5~7 (중간 문장)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 (긴 문장)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6459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문장 길이에 따라 다른 가중치?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0" y="2103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문장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단어 1개가 점수 전체를
지배하므로 mean_all 비중↑
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문장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어려운 단어 여러 개의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조합이 중요하므로 mean_top3 비중↑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lookup 방식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(lemma, POS) 정확 일치  →  ② base + POS  →  ③ lemma만  →  ④ base만  →  ⑤ unknown (난도 0.30 기본값 부여)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규모 40,000 단어 · 각 단어 0.0~1.0 난도값 보유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점수 (Structure)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77640"/>
        </p:xfrm>
        <a:graphic>
          <a:graphicData uri="http://schemas.openxmlformats.org/drawingml/2006/table">
            <a:tbl>
              <a:tblPr/>
              <a:tblGrid>
                <a:gridCol w="1737360"/>
                <a:gridCol w="548640"/>
                <a:gridCol w="2194560"/>
                <a:gridCol w="219456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 대상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 이유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서술어 수 (−1 보정)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절이 많을수록 복잡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관형형/명사형 전성어미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내포절 = 인지 부담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내용어 개수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문장 정보량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structural_span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절 구간 내용어 합계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절 안의 밀도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논리 접속부사·어미 가중합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인과·조건·양보 관계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최장 명사 연쇄 길이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명사구 수식 중첩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 단어 부담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다의어 판별 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연결어미(EC) 개수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 절 연결량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점수 — 핵심 지표 상세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(가중치 0.20)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615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ETM(-은/-는/-을)·ETN(-음/-기) 개수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이상 → score 1.0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"그가 어렸을 때 살던 마을에서 자랐던 친구가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활동하는 예술가가 되었다는 소식을 들었다"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ETM 4개 → embedding 1.0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structural_span (가중치 0.15)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615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ETM/ETN/EC 직전 절 구간의 내용어 합계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 20 이상 → score 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보조용언 연결(고 있다/고 싶다)은 경계로 보지 않음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절이 길수록 독해 작업 메모리 부담 증가를 반영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(가중치 0.10)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1508760"/>
            <a:ext cx="2615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접속부사(따라서·왜냐하면·그러나 등)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강한 연결어미(-(으)므로·-지만·-더라도)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나열(-고 0.3)과 논리적 종속(-므로 1.0)을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가중치로 구분 → connective와 차별화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점수 (Negation)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부정(먹지 않았다)은 0점 — 이중/삼중 부정부터 처리 부담을 계산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276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75104"/>
            <a:ext cx="1965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min(1, (max_local−1)/2)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단위 안에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중복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6276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1975104"/>
            <a:ext cx="1965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029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 if hit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6060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조건절 앞 긍정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뒤 부정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6276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975104"/>
            <a:ext cx="1965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29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min(1, links/2)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6060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인용절/명사절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안의 부정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16276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1975104"/>
            <a:ext cx="1965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0299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0.5×min(1,(n−1)/3)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26060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절 안에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밀집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negation_score = max(local, construction, embedded, density)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4622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판정 예: 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"가면 모르지 않는다"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조건절 앞 긍정 + 뒤 부정 → hit   /  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"안 하면 안 된다"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앞도 부정 → miss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결과 — 난이도 분포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834640" y="1069848"/>
            <a:ext cx="5943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069848"/>
            <a:ext cx="4572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비가 온다.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823960" y="1005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1088136"/>
            <a:ext cx="-557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쉬움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636776"/>
            <a:ext cx="5943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636776"/>
            <a:ext cx="255575" cy="32004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270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버스를 타고 학교에 갔다.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23960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1655064"/>
            <a:ext cx="16413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2203704"/>
            <a:ext cx="5943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2203704"/>
            <a:ext cx="1206551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939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회의가 길어지면서 참석자들의 피로가 쌓였다.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139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2221992"/>
            <a:ext cx="11151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2770632"/>
            <a:ext cx="5943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2770632"/>
            <a:ext cx="3108503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6090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 고령화로 인한 생산가능인구 감소는...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7066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2788920"/>
            <a:ext cx="301706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3337560"/>
            <a:ext cx="5943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3337560"/>
            <a:ext cx="3548329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2783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국제사법재판소의 관할권은 분쟁 당사국 모두의...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3273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80360" y="3355848"/>
            <a:ext cx="34568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34640" y="3904488"/>
            <a:ext cx="5943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3904488"/>
            <a:ext cx="4071366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7947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피케티의 r&gt;g 명제는 자본수익률이...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23960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80360" y="3922776"/>
            <a:ext cx="397992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어려움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4471416"/>
            <a:ext cx="5943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4471416"/>
            <a:ext cx="531952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3616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사건에서 피고가 고의로 허위 사실을...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823960" y="44074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880360" y="4489704"/>
            <a:ext cx="52280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난이도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— 함정 케이스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짧지만 어려운 어휘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"그의 언사는 매우 오만방자했다."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3.74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content_words 5개뿐이지만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'오만방자' 하나가 lexical을 끌어올림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짧아도 어려운 어휘는 반영됨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10972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길지만 쉬운 단어 나열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 어제 학교에 가서 친구를 만나고..."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2.07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EC가 많아 structure 3.83이지만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0.30으로 희석됨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나열과 종속절을 구분하는 connective/logical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10972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부정 (진짜)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"그가 오지 않은 것은 아니다."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2.25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negation_score 5.0 → 최종 점수에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+0.3×0.5=0.15 보너스 반영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쉬운 어휘인데도 중간 이상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63240"/>
            <a:ext cx="10972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 수정 사례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"규정상 예외가 인정되지 않는 한 처벌을 면할 수 없다."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5.41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023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'없는 한' 관용구를 부정으로 잘못 인식하는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오탐을 예외 처리로 수정함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construction 조건 재정의 후 정상화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반복 — 주요 개선 이력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3축 설계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× 0.5 + structure × 0.5 + negation × 0.2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부정 포함, EC 순수 카운팅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337560"/>
            <a:ext cx="20116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4015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3639312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부정 과평가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나열 문장 과평가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60120"/>
            <a:ext cx="20116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9875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1005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이중부정 조건화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2888" y="155448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부정 → 0점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이중/삼중 부정부터 카운팅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계수 0.2 → 0.3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337560"/>
            <a:ext cx="20116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34015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2888" y="3639312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'없는 한' 오탐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조건 미흡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960120"/>
            <a:ext cx="20116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9875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1005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조건 강화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155448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neg_before_boundary 필드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조건절 앞 부정 있으면 construction 제외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'없는 한' 관용구 예외 처리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337560"/>
            <a:ext cx="20116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4015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1728" y="3639312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문장 lexical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과평가 잔존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960120"/>
            <a:ext cx="20116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9875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60920" y="1005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가중치 길이 의존화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30568" y="155448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content_words ≤4: mean_all 0.50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content_words 5~7: mean_all 0.35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content_words ≥8: mean_all 0.25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3337560"/>
            <a:ext cx="20116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34015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30568" y="3639312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미세 조정 필요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가중치 유지)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및 향후 과제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커버리지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931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'시원하다' 같은 기초 어휘가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처리되는 사례 잔존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40,000 어휘 사전 지속 보완 필요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13248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와/과 명사구 병렬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1627632"/>
            <a:ext cx="3931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190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"소득 불평등 심화와 사회적 이동성 저하"처럼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명사구가 와/과로 이어지는 구조를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structure가 충분히 반영하지 못함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담화 수준 난이도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685032"/>
            <a:ext cx="3931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764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단위 측정이므로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전체의 응집성·논리 구조는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모델 범위 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13248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평가 비교 검증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3685032"/>
            <a:ext cx="3931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7764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교사/학습자 대상 주관적 난이도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데이터와의 상관 분석이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수행되지 않음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200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형태소 분석 기반으로 어휘·구조·부정 세 축을 독립 계산 후 가중합산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3200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lexical은 사전 40,000어 + 문장 길이별 동적 가중치로 단어 지배 방지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200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05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5054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structure는 단순 나열과 종속절을 구분하는 8개 지표로 구성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163824"/>
            <a:ext cx="3200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1638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negation은 이중부정 이상만 계산, construction 오탐을 조건 재정의로 수정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83210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31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문장 난이도 자동 측정 시스템  ·  sentdiff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한국어 문장 난이도 자동 측정</dc:title>
  <dc:subject>PptxGenJS Presentation</dc:subject>
  <dc:creator>PptxGenJS</dc:creator>
  <cp:lastModifiedBy>PptxGenJS</cp:lastModifiedBy>
  <cp:revision>1</cp:revision>
  <dcterms:created xsi:type="dcterms:W3CDTF">2026-05-31T09:51:58Z</dcterms:created>
  <dcterms:modified xsi:type="dcterms:W3CDTF">2026-05-31T09:51:58Z</dcterms:modified>
</cp:coreProperties>
</file>